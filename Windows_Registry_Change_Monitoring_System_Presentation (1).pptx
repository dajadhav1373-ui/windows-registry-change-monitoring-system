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64" r:id="rId20"/>
    <p:sldId id="265" r:id="rId21"/>
    <p:sldId id="277" r:id="rId22"/>
    <p:sldId id="278" r:id="rId23"/>
    <p:sldId id="26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26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1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2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40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1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2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04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76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59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0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25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42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54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0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Windows Registry Change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Dhanashree Anil Jadhav</a:t>
            </a:r>
          </a:p>
          <a:p>
            <a:r>
              <a:t>Cybersecurity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Windows Registry is a centralized database used by Microsoft Windows to store system settings, application configurations, startup programs, and security-related information.</a:t>
            </a:r>
          </a:p>
          <a:p>
            <a:r>
              <a:rPr lang="en-IN" dirty="0"/>
              <a:t>Cyber attackers and malware frequently modify registry keys to establish persistence, disable security features, or execute malicious programs automatically during system startup.</a:t>
            </a:r>
          </a:p>
          <a:p>
            <a:r>
              <a:rPr lang="en-IN" dirty="0"/>
              <a:t>This project provides a monitoring solution that continuously observes registry changes and generates alerts whenever suspicious activities are detected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Python-based toolkit that monitors registry changes, detects additions/modifications/deletions, generates alerts and maintains integrity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registry keys</a:t>
            </a:r>
          </a:p>
          <a:p>
            <a:r>
              <a:t>• Detect changes in real time</a:t>
            </a:r>
          </a:p>
          <a:p>
            <a:r>
              <a:t>• Detect suspicious autorun programs</a:t>
            </a:r>
          </a:p>
          <a:p>
            <a:r>
              <a:t>• Generate alerts and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 10/11</a:t>
            </a:r>
          </a:p>
          <a:p>
            <a:r>
              <a:t>Python 3.x</a:t>
            </a:r>
          </a:p>
          <a:p>
            <a:r>
              <a:t>Registry Editor (regedit)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 shots code: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Basline.py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CC5F0E-F4E7-EB1A-D50C-D2F5B2527C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599" y="3050307"/>
            <a:ext cx="5731510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Monitor.py</a:t>
            </a:r>
          </a:p>
          <a:p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C3E91-807B-5150-1665-56792EF3B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892" y="2984025"/>
            <a:ext cx="5731510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F51841-D6D1-BBCA-3060-33F17A3F9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2570952"/>
            <a:ext cx="6346825" cy="3367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A42B-B329-35BB-A333-E1D0E3C4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F450A-E148-D730-E559-9601F5784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6B946-06A4-9822-D6F5-9DFA5B4433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331" y="2377119"/>
            <a:ext cx="5731510" cy="31407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015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09AA1-70DB-C55F-B121-90031452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53AF98-4E6B-7B5B-72FF-5BD1CA1EB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40" y="2654223"/>
            <a:ext cx="5727745" cy="32005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818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AD4F-384F-5526-6B68-25880629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7F681-2A92-5F31-E660-BDA336C2B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431788-FA6A-21D8-241A-A30E1085F3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132" y="2467990"/>
            <a:ext cx="5731510" cy="3220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5136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9EAF9-1E6B-5B74-DDD5-264A4A4C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CMD: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94CBDB-C2FB-46D4-D7E4-DF17CB220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2626552"/>
            <a:ext cx="6346825" cy="32558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369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A4FB-BF21-82A5-979E-E99E233F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9D7A8-A584-5C5C-9B60-C2C1394E6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BF2CEA-B328-4266-3607-1F42672EF0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893" y="2489200"/>
            <a:ext cx="5731510" cy="30238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2508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27DE1-11FA-16E5-36D4-F398409D9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Registry: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AAA3-7A1A-549C-4CB4-9BFB69B71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82" y="2489199"/>
            <a:ext cx="6345260" cy="3968161"/>
          </a:xfrm>
        </p:spPr>
        <p:txBody>
          <a:bodyPr>
            <a:normAutofit fontScale="47500" lnSpcReduction="20000"/>
          </a:bodyPr>
          <a:lstStyle/>
          <a:p>
            <a:r>
              <a:rPr lang="en-IN" sz="2500" dirty="0"/>
              <a:t>HKEY_CURRENT_USER</a:t>
            </a:r>
          </a:p>
          <a:p>
            <a:r>
              <a:rPr lang="en-IN" sz="2500" dirty="0"/>
              <a:t> └ Software</a:t>
            </a:r>
          </a:p>
          <a:p>
            <a:r>
              <a:rPr lang="en-IN" sz="2500" dirty="0"/>
              <a:t>    └ Microsoft</a:t>
            </a:r>
          </a:p>
          <a:p>
            <a:r>
              <a:rPr lang="en-IN" sz="2500" dirty="0"/>
              <a:t>       └ Windows</a:t>
            </a:r>
          </a:p>
          <a:p>
            <a:r>
              <a:rPr lang="en-IN" sz="2500" dirty="0"/>
              <a:t>          └ CurrentVersion</a:t>
            </a:r>
          </a:p>
          <a:p>
            <a:r>
              <a:rPr lang="en-IN" sz="2500" dirty="0"/>
              <a:t>             └ Run</a:t>
            </a:r>
          </a:p>
          <a:p>
            <a:r>
              <a:rPr lang="en-IN" sz="2500" dirty="0"/>
              <a:t>Create a Test Entry</a:t>
            </a:r>
          </a:p>
          <a:p>
            <a:r>
              <a:rPr lang="en-IN" sz="2500" dirty="0"/>
              <a:t>Right-click → New → String Value</a:t>
            </a:r>
          </a:p>
          <a:p>
            <a:r>
              <a:rPr lang="en-IN" sz="2500" dirty="0"/>
              <a:t>Enter:</a:t>
            </a:r>
          </a:p>
          <a:p>
            <a:r>
              <a:rPr lang="en-IN" sz="2500" dirty="0"/>
              <a:t>1.Name: </a:t>
            </a:r>
            <a:r>
              <a:rPr lang="en-IN" sz="2500" dirty="0" err="1"/>
              <a:t>TestApp</a:t>
            </a:r>
            <a:br>
              <a:rPr lang="en-IN" sz="2500" dirty="0"/>
            </a:br>
            <a:r>
              <a:rPr lang="en-IN" sz="2500" dirty="0"/>
              <a:t>Value: C:\Temp\TestApp.exe</a:t>
            </a:r>
          </a:p>
          <a:p>
            <a:r>
              <a:rPr lang="en-IN" sz="2500" dirty="0"/>
              <a:t>2.Name: </a:t>
            </a:r>
            <a:r>
              <a:rPr lang="en-IN" sz="2500" dirty="0" err="1"/>
              <a:t>MalwareTest</a:t>
            </a:r>
            <a:endParaRPr lang="en-IN" sz="2500" dirty="0"/>
          </a:p>
          <a:p>
            <a:r>
              <a:rPr lang="en-IN" sz="2500" dirty="0"/>
              <a:t>Double-click it and set:</a:t>
            </a:r>
          </a:p>
          <a:p>
            <a:r>
              <a:rPr lang="en-IN" sz="2500" dirty="0"/>
              <a:t>Value:</a:t>
            </a:r>
            <a:br>
              <a:rPr lang="en-IN" sz="2500" dirty="0"/>
            </a:br>
            <a:r>
              <a:rPr lang="en-IN" sz="2500" dirty="0"/>
              <a:t>C:\Users\User\AppData\malware.exe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916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9CCB-8ADC-3AEA-1914-F58DCE11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1E81F-798C-381A-E5C6-055C04A88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CFA52-9696-8F9A-8ED1-90F830CEB2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132" y="2595870"/>
            <a:ext cx="5731510" cy="29483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0073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3F935-76B4-9530-07DB-13352586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DF878-FBDA-A35B-9D77-BE5F57D3F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213BE1-19D1-D6D5-26A1-6AC617F8DD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132" y="2787149"/>
            <a:ext cx="5731510" cy="2660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2693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9392-79A6-FCC1-4949-C91AECD2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BE1E6-EEC7-43A1-BFD9-80B532A5E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AF5368-B859-3B29-E883-28B650FB0F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132" y="2825514"/>
            <a:ext cx="5731510" cy="27152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257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C10E8-287B-C6CF-C37B-43AC6C5D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Flowchart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C11413-00D2-6EC0-B6CD-B17BA8E94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92"/>
          <a:stretch>
            <a:fillRect/>
          </a:stretch>
        </p:blipFill>
        <p:spPr bwMode="auto">
          <a:xfrm>
            <a:off x="2545237" y="2489200"/>
            <a:ext cx="3233394" cy="40341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9587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AD406F-8DB5-DBEC-6B0C-CEBB8758F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635"/>
          <a:stretch>
            <a:fillRect/>
          </a:stretch>
        </p:blipFill>
        <p:spPr bwMode="auto">
          <a:xfrm>
            <a:off x="2832523" y="2489200"/>
            <a:ext cx="3181778" cy="41661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toolkit successfully:</a:t>
            </a:r>
          </a:p>
          <a:p>
            <a:pPr lvl="0"/>
            <a:r>
              <a:rPr lang="en-IN" dirty="0"/>
              <a:t>Monitored registry changes. </a:t>
            </a:r>
          </a:p>
          <a:p>
            <a:pPr lvl="0"/>
            <a:r>
              <a:rPr lang="en-IN" dirty="0"/>
              <a:t>Detected unauthorized modifications. </a:t>
            </a:r>
          </a:p>
          <a:p>
            <a:pPr lvl="0"/>
            <a:r>
              <a:rPr lang="en-IN" dirty="0"/>
              <a:t>Generated malware alerts. </a:t>
            </a:r>
          </a:p>
          <a:p>
            <a:pPr lvl="0"/>
            <a:r>
              <a:rPr lang="en-IN" dirty="0"/>
              <a:t>Performed integrity verification. </a:t>
            </a:r>
          </a:p>
          <a:p>
            <a:pPr lvl="0"/>
            <a:r>
              <a:rPr lang="en-IN" dirty="0"/>
              <a:t>Generated reports and logs. </a:t>
            </a:r>
          </a:p>
          <a:p>
            <a:r>
              <a:rPr lang="en-IN" b="1" dirty="0"/>
              <a:t> 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D31DD-93EE-995C-58D7-B698B4C8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C92E6-5D51-3BCE-6F1C-62B69F538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Real-time monitoring. </a:t>
            </a:r>
          </a:p>
          <a:p>
            <a:pPr lvl="0"/>
            <a:r>
              <a:rPr lang="en-IN" dirty="0"/>
              <a:t>Easy implementation. </a:t>
            </a:r>
          </a:p>
          <a:p>
            <a:pPr lvl="0"/>
            <a:r>
              <a:rPr lang="en-IN" dirty="0"/>
              <a:t>Lightweight design. </a:t>
            </a:r>
          </a:p>
          <a:p>
            <a:pPr lvl="0"/>
            <a:r>
              <a:rPr lang="en-IN" dirty="0"/>
              <a:t>Useful for malware detection. </a:t>
            </a:r>
          </a:p>
          <a:p>
            <a:pPr lvl="0"/>
            <a:r>
              <a:rPr lang="en-IN" dirty="0"/>
              <a:t>Supports security auditing. </a:t>
            </a:r>
          </a:p>
          <a:p>
            <a:r>
              <a:rPr lang="en-IN" b="1" dirty="0"/>
              <a:t>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417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FCDE-109C-7AB1-7EB0-2AFFA868D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F8CED-9502-4735-27BF-A65395100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Currently monitors only selected registry keys. </a:t>
            </a:r>
          </a:p>
          <a:p>
            <a:pPr lvl="0"/>
            <a:r>
              <a:rPr lang="en-IN" dirty="0"/>
              <a:t>Uses periodic scanning instead of event-driven monitoring. </a:t>
            </a:r>
          </a:p>
          <a:p>
            <a:pPr lvl="0"/>
            <a:r>
              <a:rPr lang="en-IN" dirty="0"/>
              <a:t>Limited malware signature database. </a:t>
            </a:r>
          </a:p>
          <a:p>
            <a:r>
              <a:rPr lang="en-IN" b="1" dirty="0"/>
              <a:t>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339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Windows Registry Change Monitoring System successfully detects unauthorized registry modifications and suspicious startup entries. The system provides integrity verification, malware-pattern detection, logging, and reporting capabilities that assist in identifying potential security threats and maintaining system integrity.</a:t>
            </a:r>
          </a:p>
          <a:p>
            <a:r>
              <a:rPr lang="en-IN" b="1"/>
              <a:t> </a:t>
            </a:r>
            <a:endParaRPr lang="en-IN"/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</TotalTime>
  <Words>341</Words>
  <Application>Microsoft Office PowerPoint</Application>
  <PresentationFormat>On-screen Show (4:3)</PresentationFormat>
  <Paragraphs>62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Century Gothic</vt:lpstr>
      <vt:lpstr>Wingdings 3</vt:lpstr>
      <vt:lpstr>Ion Boardroom</vt:lpstr>
      <vt:lpstr>Windows Registry Change Monitoring System</vt:lpstr>
      <vt:lpstr>Introduction</vt:lpstr>
      <vt:lpstr>Abstract</vt:lpstr>
      <vt:lpstr>Objectives</vt:lpstr>
      <vt:lpstr>Software Requirements</vt:lpstr>
      <vt:lpstr>Screen shots code: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CMD:</vt:lpstr>
      <vt:lpstr>PowerPoint Presentation</vt:lpstr>
      <vt:lpstr>Registry: </vt:lpstr>
      <vt:lpstr>PowerPoint Presentation</vt:lpstr>
      <vt:lpstr>PowerPoint Presentation</vt:lpstr>
      <vt:lpstr>PowerPoint Presentation</vt:lpstr>
      <vt:lpstr>Flowchart</vt:lpstr>
      <vt:lpstr>System Architecture</vt:lpstr>
      <vt:lpstr>Results</vt:lpstr>
      <vt:lpstr>Advantages</vt:lpstr>
      <vt:lpstr>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Dhanashree Jadhav</cp:lastModifiedBy>
  <cp:revision>2</cp:revision>
  <dcterms:created xsi:type="dcterms:W3CDTF">2013-01-27T09:14:16Z</dcterms:created>
  <dcterms:modified xsi:type="dcterms:W3CDTF">2026-06-06T10:11:03Z</dcterms:modified>
  <cp:category/>
</cp:coreProperties>
</file>